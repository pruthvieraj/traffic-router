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Total route time by problem size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 (2-opt)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</c:v>
                  </c:pt>
                  <c:pt idx="1">
                    <c:v>8</c:v>
                  </c:pt>
                  <c:pt idx="2">
                    <c:v>10</c:v>
                  </c:pt>
                  <c:pt idx="3">
                    <c:v>12</c:v>
                  </c:pt>
                  <c:pt idx="4">
                    <c:v>14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186.7</c:v>
                </c:pt>
                <c:pt idx="1">
                  <c:v>186.7</c:v>
                </c:pt>
                <c:pt idx="2">
                  <c:v>260.6</c:v>
                </c:pt>
                <c:pt idx="3">
                  <c:v>412.3</c:v>
                </c:pt>
                <c:pt idx="4">
                  <c:v>538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Quantum-inspired (QUBO+SA)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</c:v>
                  </c:pt>
                  <c:pt idx="1">
                    <c:v>8</c:v>
                  </c:pt>
                  <c:pt idx="2">
                    <c:v>10</c:v>
                  </c:pt>
                  <c:pt idx="3">
                    <c:v>12</c:v>
                  </c:pt>
                  <c:pt idx="4">
                    <c:v>14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186.7</c:v>
                </c:pt>
                <c:pt idx="1">
                  <c:v>220.2</c:v>
                </c:pt>
                <c:pt idx="2">
                  <c:v>301.7</c:v>
                </c:pt>
                <c:pt idx="3">
                  <c:v>561.7</c:v>
                </c:pt>
                <c:pt idx="4">
                  <c:v>725.8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Google OR-Tools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</c:v>
                  </c:pt>
                  <c:pt idx="1">
                    <c:v>8</c:v>
                  </c:pt>
                  <c:pt idx="2">
                    <c:v>10</c:v>
                  </c:pt>
                  <c:pt idx="3">
                    <c:v>12</c:v>
                  </c:pt>
                  <c:pt idx="4">
                    <c:v>14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186.7</c:v>
                </c:pt>
                <c:pt idx="1">
                  <c:v>186.7</c:v>
                </c:pt>
                <c:pt idx="2">
                  <c:v>260.6</c:v>
                </c:pt>
                <c:pt idx="3">
                  <c:v>412.3</c:v>
                </c:pt>
                <c:pt idx="4">
                  <c:v>538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answers: classical 2-opt beats our QUBO on PLAIN routing and we say so on slide 5 — the real claim is Experiment 2 (constraint satisfaction by construction). QAOA and real D-Wave hardware are both demonstrated via run_qaoa_demo.py and run_on_real_quantum_hardware.py, not just claimed. Analytics/OR-Tools/QAOA are all optional dependencies with graceful degradation — see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PROBLEM STATEMENT 26137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Quantum-Inspired Traffic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Optimization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click-anywhere route optimizer that reformulates “what order should I visit these stops in” as a QUBO and solves it the way quantum annealers and gate-based quantum circuits do — benchmarked honestly against classical heuristics and Google's own production solver, not just claimed.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traffic-router.onrender.com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Visiting order is the hard part — not point-to-point directions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van with 8 stops has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40,320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possible visiting orders — picking badly wastes real fuel and time. This is the Traveling Salesman Problem, and it stays hard as stop counts grow.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best order at 9am often is not the best order at 6pm — real dispatch also has rules beyond “shortest path”: a pickup before its drop-off, a vehicle's carrying capacity, a stop that must happen before a cutoff.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78040" y="1737360"/>
            <a:ext cx="4480560" cy="4297680"/>
          </a:xfrm>
          <a:prstGeom prst="roundRect">
            <a:avLst>
              <a:gd name="adj" fmla="val 2553"/>
            </a:avLst>
          </a:prstGeom>
          <a:solidFill>
            <a:srgbClr val="1E1B4B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78040" y="2148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3246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stops in one of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benchmark routes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4160520"/>
            <a:ext cx="3200400" cy="0"/>
          </a:xfrm>
          <a:prstGeom prst="line">
            <a:avLst/>
          </a:prstGeom>
          <a:noFill/>
          <a:ln w="1270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78040" y="43434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40,320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52578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visiting orders (8!)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search for the best one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from a city map to a proven-better route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1031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3502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map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road network for the city — click anywhere, live in the browser.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584" y="21031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958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traffic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4747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times stretch by time of day; an incident can spike one road on demand.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7760" y="182880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24144" y="21031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2414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matrix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747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map to just the pairwise travel times between your chosen stops.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1E1B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18704" y="21031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1870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the QUBO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4747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Reformulate the ordering problem for quantum annealing or QAOA — solved today via simulated annealing or a simulated quantum circuit.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26880" y="182880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13264" y="21031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1326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3474720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optimized route next to the naive one, with a real time-savings percentage.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TIED TO ONE QUANTUM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QUBO, two different quantum computing paradigms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by default (dwave-samplers) — fast, free, no hardware needed for the live demo.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BQM also runs on a real D-Wave QPU via a free Leap account — run_on_real_quantum_hardware.py prints an actual chip ID and hardware timing.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1488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Gate-based circuits (QAOA)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3464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QUBO, converted to Ising form and solved by an explicit QAOA circuit (RZ/RZZ/RX gates) on a Qiskit statevector simulator.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hand-off between formulations — one routing QUBO, portable to either major quantum computing paradigm with zero reformulation.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— EXPERIMENT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routing: classical wins — and we say so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86200" cy="4297680"/>
          </a:xfrm>
          <a:prstGeom prst="roundRect">
            <a:avLst>
              <a:gd name="adj" fmla="val 2824"/>
            </a:avLst>
          </a:prstGeom>
          <a:solidFill>
            <a:srgbClr val="1E1B4B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finding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51460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nearest-neighbor + 2-opt matches or beats our QUBO+SA solver on plain, unconstrained routing — and matches Google OR-Tools' production solver too.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hide this. It's well-established operations-research literature, and it points at exactly where the quantum-inspired approach's real advantage shows up next.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— EXPERIMENT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ONE real dispatch rule — and the gap flips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312E81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QUBO+SA satisfied the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rule by construction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312E81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43400" y="21031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154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where constraint-blind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violated the same rule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312E81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21031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+31.9%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154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extra distance from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a violated route after the fact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dispatch always has rules beyond “shortest path” — pickup before drop-off, a stop before a cutoff, a road off-limits for one vehicle class. A classical local-search heuristic has no notion of these; the QUBO formulation adds each one as one more composable penalty term in the same optimization, satisfied by construction, not checked after the fact.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 VEHICLE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Multi-vehicle dispatch, with capacity that means what it says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by default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Farthest-point clustering alone can hand one vehicle 14 stops and another 2 — every split is rebalanced against a fair-share target automatically.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6207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enforced cap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862072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“Max/vehicle” genuinely limits every vehicle's stop count, auto-raising the fleet size if the requested vehicles can't satisfy it — not a suggestion.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41064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by load, not just count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941064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Per-stop demand weights turn the same cap into a total-weight limit, for when a crate and a pallet aren't the same “one stop.”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20056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bin-packing bug we caught ourselves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5020056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ceil(total demand / capacity) is only a lower bound with uneven weights — our own test suite caught the undercount; fixed with a retry loop that's now covered by regression tests.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PRODUCT, NOT JUST AN ALGORITHM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judge can click,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2996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4203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import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a CSV of stops — geocoded automatically.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8416" y="18288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9584" y="202996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11296" y="254203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Shareable link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11296" y="297180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encodes the whole route — city, stops, method, rules.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08192" y="18288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02996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91072" y="254203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GPX + PDF export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97180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solved route into any GPS device, or print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87968" y="18288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89136" y="202996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70848" y="254203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/ light theme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070848" y="297180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design system, not default browser styling.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1330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6451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Precedence rules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07492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“Visit A before B” — baked into the same QUBO, not bolted 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28416" y="393192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29584" y="413308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11296" y="46451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analytics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511296" y="507492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/api/analytics — a real usage counter, honestly scoped.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08192" y="393192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41330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91072" y="46451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spec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291072" y="507492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tested against the real Flask responses.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87968" y="393192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89136" y="413308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70848" y="46451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One-command deploy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070848" y="507492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Render/GitHub Pages guides included.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NOTEBOOK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documented, and deployable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 + Playwright + Node)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55848" y="2148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32004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test suite runs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push via CI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63056" y="2148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00216" y="32004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benchmarked side by side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(2-opt, OR-Tools, QUBO+SA)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70264" y="2148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32004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 self-host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(Dockerfile included)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openapi.yaml is checked against the live Flask responses by the test suite itself — so the documentation can't silently drift from what the API actually returns.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PATENT-SHAPED, NOT JUST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concrete, measurable technical effect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E1B4B"/>
          </a:solidFill>
          <a:ln/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routing optimizer in which additional real-world dispatch constraints are incorporated as composable penalty terms within a single QUBO formulation, guaranteeing constraint satisfaction by construction — compared to a measured tendency of unconstrained classical local-search heuristics to violate such constraints and require costly post-hoc repair.”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asserted: Experiment 2's 15/15 vs 8/15 gap is reproducible with `python3 src/benchmark.py`.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by design: precedence and multi-vehicle capacity are each one more penalty term — not a bespoke solver per rule, unlike classical VRP tooling.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2025 CRI patent guidance's bar for a “concrete, measurable technical effect,” not an abstract algorithm claim.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live vs. the honest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1214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shipped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constraints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time-window constraints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Multi-vehicle capacity (count or weight)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+ QAOA comparisons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usage analytics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OpenAPI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0F172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1488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21214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next steps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889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paid traffic API (interface already pluggable)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Cross-cluster precedence/time windows above 9 stops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durable analytics storage past a single worker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Traffic Router  ·  SIH26137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including the hard ones about what's simulated and what isn't.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traffic-router.onrender.com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full test suite + docs: see the project README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Quantum-Inspired Traffic Router</dc:title>
  <dc:subject>PptxGenJS Presentation</dc:subject>
  <dc:creator>Quantum-Inspired Traffic Router — SIH26137</dc:creator>
  <cp:lastModifiedBy>Quantum-Inspired Traffic Router — SIH26137</cp:lastModifiedBy>
  <cp:revision>1</cp:revision>
  <dcterms:created xsi:type="dcterms:W3CDTF">2026-09-11T07:52:30Z</dcterms:created>
  <dcterms:modified xsi:type="dcterms:W3CDTF">2026-09-11T07:52:30Z</dcterms:modified>
</cp:coreProperties>
</file>